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7" r:id="rId7"/>
    <p:sldId id="288" r:id="rId8"/>
    <p:sldId id="289" r:id="rId9"/>
    <p:sldId id="261" r:id="rId10"/>
    <p:sldId id="262" r:id="rId11"/>
    <p:sldId id="263" r:id="rId12"/>
    <p:sldId id="267" r:id="rId13"/>
    <p:sldId id="268" r:id="rId14"/>
    <p:sldId id="264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2" r:id="rId28"/>
    <p:sldId id="283" r:id="rId29"/>
    <p:sldId id="265" r:id="rId30"/>
    <p:sldId id="266" r:id="rId31"/>
    <p:sldId id="284" r:id="rId32"/>
    <p:sldId id="285" r:id="rId33"/>
    <p:sldId id="286" r:id="rId34"/>
    <p:sldId id="28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ECE44-4910-A38D-2D08-53C0D5DB0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777E5-DC9E-7AE2-27CD-BA4A47470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C8601-EB54-C9A2-39FC-AD57A1974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38D95-0C7F-0FCA-F33A-7A2AEB7C7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1009F-815C-A99C-F64F-DF31269F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26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0570-48C4-5620-05BE-E9A8FB23D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6DD10-B2F9-4E5A-0728-4E70B76A2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75F2F-F32C-73D8-3AA6-6BA4D05DB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B1896-F358-716B-DD7A-06A54F25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D9ADB-6066-E364-3F83-47E5E53CF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116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D805F-768C-D6AD-C421-45FC96A8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C39CF-1A4F-7772-3938-1FA6D099F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0341B-FC75-52C3-2BE9-EFEFA233E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95D5C-066E-C7D5-ECEC-96B913AC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1FAD5-5890-A5A7-FFA8-C7924A30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68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8964-F9DC-5560-B617-7511C6C40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50582-081E-D20A-F518-06708FF47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D7CC5-491D-6634-A61D-7EC71C5C4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34CBB-A83B-9A3E-3460-8DD6B26D1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A5413-DB5C-9238-E0F1-B84671626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FF5DF-C457-7C89-D7A5-547FCD84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3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43F09-7F95-1EB4-CF01-FF3ECE94E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28ABA-B49C-B945-5052-F1B5C77A3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FEE59-5EEB-2F50-BE2A-47809CC27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8E455-95AE-318F-BF0E-3832B9EFC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5527CE-C1A2-6E0B-62DC-2B94CB954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4B1C30-CD01-5F09-3C86-98BB7DA0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672BDC-14E9-49CF-6E4B-826FEC0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A690F8-79A3-5FED-DA21-92D561AB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53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3E5BE-CFC1-511B-EC69-6BD991EA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BE172-6311-A9A5-0DAA-82A82591F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4DC777-EA3D-272A-33D0-132299D0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2FA91-8F6E-5849-F127-351B38E3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3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DAA08B-EEDC-A7CA-8A35-5B52FE4C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9EB5-6F38-4F16-9BDB-6F9ED5D9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D5610-8AA0-0395-F2F4-55C78E470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22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E645-39D2-2BED-179C-5612F531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AA707-3423-4857-F668-5C319A246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BC930-E6E3-26DE-A598-F398CADA0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C829F-DB8F-4119-0B7D-C94E1CA12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D28B4-8875-DACF-C467-697220DDA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B4F36-5FE6-C938-C21F-48FC46E52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443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A472-0A25-91DC-B22C-7D07ED5B5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5B5507-66FE-6264-2892-A9D107F2F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C95E4-44D0-093C-3203-93A5AA882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9D232-FE20-C4CF-C40D-94EA55F49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53C8E-CCBA-B296-A19C-4CD9BD1E5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7FBA1-763A-1E51-C1C1-CD71E063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97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63C9-C1FC-48EF-5CED-63CB6634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F0ACF-8146-023A-DC89-B421FA463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0F5BE-AE3B-199A-E200-D8D4A6A3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6A542-1B0F-53E2-9CF6-89B51FE5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E89EB-F749-3A5F-5173-C8B1BEBA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211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0686CD-7832-31F8-37A3-139100AB8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E01FA-807B-2E0F-9554-A9EE47B7F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E7973-9DA6-2DC1-73B2-E6CBC997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50B65-7331-5799-EABA-1A262F65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A2EBF-CACB-3059-4B4D-191C434F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930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674AF-97AB-72FC-1EBD-8FBC4403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B148E-7579-0D67-543E-81E90A647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C0507-DBDC-0720-205D-8189D3F1E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A4641-D299-488C-A280-4238E7F23EC0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95910-1ED0-8F27-AACE-97D57587D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F7D18-C1A6-9EBB-3A2A-B55FCF1E8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91C25-1055-41DA-ADD2-B65186D6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108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suryatejamenta/upsampler-and-convolution-transpose-layers-7e4346c05bb6" TargetMode="External"/><Relationship Id="rId2" Type="http://schemas.openxmlformats.org/officeDocument/2006/relationships/hyperlink" Target="https://www.youtube.com/watch?v=NhdzGfB1q7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9D826-EF2A-6741-694F-12995D3BA2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Image Segmentation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ACCD41-3AF4-21B8-F254-1607F7F152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21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ED5B-84DF-068D-021B-5C421DE8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Image Segmentation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67229-0275-1B2C-834E-EACADC67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Image segmentation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is a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computer vision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technique that assigns a label to every pixel in an image such that pixels with the same label share certain characteristics.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1515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gmentation types">
            <a:extLst>
              <a:ext uri="{FF2B5EF4-FFF2-40B4-BE49-F238E27FC236}">
                <a16:creationId xmlns:a16="http://schemas.microsoft.com/office/drawing/2014/main" id="{E782A2A9-E0F5-16A0-81CB-15CDF1796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05" y="584462"/>
            <a:ext cx="11744590" cy="495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131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884AD-D25D-76D8-8D00-AF3FE6A8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Image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68909-C826-FF5E-7CBB-2DEA54217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Semantic segmentation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classifies each pixel based on its semantic class. All the birds belong to the same class.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Instance segmentation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assigns unique labels to different instances, even if they are of the same semantic class. Each bird belongs to a different class.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Panoptic segmentation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combines the two, providing both class-level and instance-level labels. Each bird has its own class, but they are all identified as a “bird”.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82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A2F60ED-D3CD-5A52-DA61-D8264E28B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53" y="641981"/>
            <a:ext cx="10190374" cy="519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742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962067-EAC0-9E4C-1BBA-849FD5B88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947" y="1649576"/>
            <a:ext cx="8596105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51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768012-60A2-036D-931E-3BED44E72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616" y="999242"/>
            <a:ext cx="10506136" cy="420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45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E1FB7-1081-2B75-3667-10BAA8221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17" y="1093509"/>
            <a:ext cx="9857126" cy="40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60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50E31D-7FAF-85CC-9875-EF1D5046C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70" y="556181"/>
            <a:ext cx="9473937" cy="442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45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5CA081-6BA5-62E0-0F3D-8A0248E24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821" y="725864"/>
            <a:ext cx="9472968" cy="454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34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F2D8-6DF6-4108-C025-5FD59A6A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U-Net: Convolutional Neural Network for Image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2BE8B-5232-61EB-01B1-328DADF43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U-Net architecture was initially designed for medical image segmentation, but it has since been adapted for many other use cases.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U-Net has an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encoder-decoder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structure.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encoder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is used to compress the input image into a </a:t>
            </a:r>
            <a:r>
              <a:rPr lang="en-US" b="1" dirty="0"/>
              <a:t>latent space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representation through convolutions and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downsampling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decoder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is used to extrapolate the latent representation into a segmented image, through convolutions and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upsampling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835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1ADFAA-9816-74CE-1599-75F6ABA2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35" y="1112363"/>
            <a:ext cx="10516173" cy="446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67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38EF3B-5072-ED2F-611B-82E5B08A5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214" y="1179148"/>
            <a:ext cx="8333295" cy="447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39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AB189E6-C772-A29E-22D6-F52806F2D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87" y="1093255"/>
            <a:ext cx="11809426" cy="4671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97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656627-B308-3469-F617-338296E35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847364"/>
            <a:ext cx="7497221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63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D9CED2-FBCE-ED5C-D37B-4541E92BC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24" y="575864"/>
            <a:ext cx="10221751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02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DFA1B5-810A-E8CC-FBA0-11515B66A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532996"/>
            <a:ext cx="10717121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67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819A7-9A83-F661-AE6B-2177AD2EF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9" y="656838"/>
            <a:ext cx="10478962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11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1F1037-BD29-EBF2-9318-2D08634D0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386" y="494890"/>
            <a:ext cx="8983744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32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3D8E14-08D9-1667-7BB0-D8EBA5644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281" y="838986"/>
            <a:ext cx="8773911" cy="509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771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3231B2-BE2A-17E8-13AD-7D04C447D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779" y="942680"/>
            <a:ext cx="8490998" cy="469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95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45434E-0517-4A10-1772-B5090D26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444" y="1074657"/>
            <a:ext cx="7505850" cy="443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89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DDD1B5-CB4A-92B0-0152-C8578B0A2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504417"/>
            <a:ext cx="10631384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47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590710-7D7A-85BB-D895-8B7004EEC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97" y="432969"/>
            <a:ext cx="10602805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08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7F4EF09-E2A2-22C2-70C6-492B06B67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44" y="1197204"/>
            <a:ext cx="10243824" cy="4421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822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A91D9-8963-8DB2-BF19-ED29B2836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Source Sans 3"/>
              </a:rPr>
              <a:t>Transposed Convolutional Layer</a:t>
            </a:r>
            <a:br>
              <a:rPr lang="en-IN" b="1" i="0" dirty="0">
                <a:solidFill>
                  <a:srgbClr val="273239"/>
                </a:solidFill>
                <a:effectLst/>
                <a:latin typeface="Source Sans 3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8D386-B0F0-0963-696E-525CC7292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226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B5520FFB-CD20-D310-F1BF-4EA082734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60" y="678730"/>
            <a:ext cx="10263040" cy="51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252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251FE7-4253-FA2A-891B-A78940910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6" y="537328"/>
            <a:ext cx="10545844" cy="527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03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42772-0248-D71B-8D75-681B3CA55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108E-3D8F-0A34-F2C3-2A0859ED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U-Net . . .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603553-E4B6-1C37-E0A4-83D74235E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7522" y="1213114"/>
            <a:ext cx="9954705" cy="5046284"/>
          </a:xfrm>
        </p:spPr>
      </p:pic>
    </p:spTree>
    <p:extLst>
      <p:ext uri="{BB962C8B-B14F-4D97-AF65-F5344CB8AC3E}">
        <p14:creationId xmlns:p14="http://schemas.microsoft.com/office/powerpoint/2010/main" val="2766362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955FF4-902C-5256-3741-B4DB5BA00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06" y="707009"/>
            <a:ext cx="10251361" cy="475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01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AD9FE1-9AB2-DDB8-88A4-250239CF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94" y="1150070"/>
            <a:ext cx="9926035" cy="417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41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42BD3F-D960-4E41-1B2C-0A42195C2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44" y="697583"/>
            <a:ext cx="10017131" cy="50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23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54C5CE-B2F0-89A0-66B3-8AD22EFA2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79" y="744718"/>
            <a:ext cx="9829143" cy="50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7942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4E35-43D7-C85D-3040-8F0D7567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A1BCE-391D-5C95-D36A-572317C47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https://www.youtube.com/watch?v=NhdzGfB1q74</a:t>
            </a:r>
            <a:endParaRPr lang="en-IN" dirty="0"/>
          </a:p>
          <a:p>
            <a:r>
              <a:rPr lang="en-IN" dirty="0">
                <a:hlinkClick r:id="rId3"/>
              </a:rPr>
              <a:t>https://medium.com/@suryatejamenta/upsampler-and-convolution-transpose-layers-7e4346c05bb6</a:t>
            </a:r>
            <a:endParaRPr lang="en-IN" dirty="0"/>
          </a:p>
          <a:p>
            <a:r>
              <a:rPr lang="en-IN" dirty="0"/>
              <a:t>https://www.youtube.com/watch?v=5QUmlXBb0MY&amp;t=11s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374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240</Words>
  <Application>Microsoft Office PowerPoint</Application>
  <PresentationFormat>Widescreen</PresentationFormat>
  <Paragraphs>20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sohne</vt:lpstr>
      <vt:lpstr>Source Sans 3</vt:lpstr>
      <vt:lpstr>source-serif-pro</vt:lpstr>
      <vt:lpstr>Office Theme</vt:lpstr>
      <vt:lpstr>Image Segmentation </vt:lpstr>
      <vt:lpstr>Image Segmentation </vt:lpstr>
      <vt:lpstr>PowerPoint Presentation</vt:lpstr>
      <vt:lpstr>Types of Image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U-Net: Convolutional Neural Network for Image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Transposed Convolutional Layer </vt:lpstr>
      <vt:lpstr>PowerPoint Presentation</vt:lpstr>
      <vt:lpstr>PowerPoint Presentation</vt:lpstr>
      <vt:lpstr>U-Net . . . 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Jagdish Chakole</dc:creator>
  <cp:lastModifiedBy>Jagdish Chakole</cp:lastModifiedBy>
  <cp:revision>9</cp:revision>
  <dcterms:created xsi:type="dcterms:W3CDTF">2025-03-18T02:04:29Z</dcterms:created>
  <dcterms:modified xsi:type="dcterms:W3CDTF">2025-03-18T05:29:38Z</dcterms:modified>
</cp:coreProperties>
</file>